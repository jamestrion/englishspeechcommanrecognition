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-38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24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271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52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080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420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87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13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334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224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393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4651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56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95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9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406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669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48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46A0823-D978-4A3F-9540-DA8734FE1647}" type="datetimeFigureOut">
              <a:rPr lang="zh-TW" altLang="en-US" smtClean="0"/>
              <a:t>2026/8/18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9B6FC4A-21D0-4327-B852-BD71784309D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254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C939F26-976F-A39B-1EEC-CD9DE779BD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語音控制展示機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61A6FDD5-5CF7-422A-4C86-D9212F014E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2026.08.17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4553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1FABC24-8F86-8263-23F9-709B616C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產品目的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CD259703-4976-8F71-7FAE-50FA7A0A1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zh-TW" altLang="en-US" sz="2800" dirty="0"/>
              <a:t>用語音來取代繪王之前提出的手勢控制器</a:t>
            </a:r>
            <a:endParaRPr lang="en-US" altLang="zh-TW" sz="2800" dirty="0"/>
          </a:p>
          <a:p>
            <a:r>
              <a:rPr lang="zh-TW" altLang="en-US" sz="2800" dirty="0"/>
              <a:t>第一階段先以原生</a:t>
            </a:r>
            <a:r>
              <a:rPr lang="en-US" altLang="zh-TW" sz="2800" dirty="0"/>
              <a:t>USB</a:t>
            </a:r>
            <a:r>
              <a:rPr lang="zh-TW" altLang="en-US" sz="2800" dirty="0"/>
              <a:t>來連接電腦</a:t>
            </a:r>
            <a:endParaRPr lang="en-US" altLang="zh-TW" sz="2800" dirty="0"/>
          </a:p>
          <a:p>
            <a:r>
              <a:rPr lang="zh-TW" altLang="en-US" sz="2800" dirty="0"/>
              <a:t>第二階段再以藍芽來連接電腦</a:t>
            </a:r>
            <a:r>
              <a:rPr lang="en-US" altLang="zh-TW" sz="2800" dirty="0"/>
              <a:t>(</a:t>
            </a:r>
            <a:r>
              <a:rPr lang="zh-TW" altLang="en-US" sz="2800" dirty="0"/>
              <a:t>如果有需求的話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0391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59C313-F4CE-F61C-3EC1-9B36E62C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1F05A9B-12E0-B37E-A611-A2D86048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產品簡述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2049FA8-1F47-4DA9-2F59-ED228F58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zh-TW" altLang="en-US" sz="2800" dirty="0"/>
              <a:t>將</a:t>
            </a:r>
            <a:r>
              <a:rPr lang="en-US" altLang="zh-TW" sz="2800" dirty="0"/>
              <a:t>ESP32-S3-BOX-3</a:t>
            </a:r>
            <a:r>
              <a:rPr lang="zh-TW" altLang="en-US" sz="2800" dirty="0"/>
              <a:t>改成支援</a:t>
            </a:r>
            <a:r>
              <a:rPr lang="en-US" altLang="zh-TW" sz="2800" dirty="0"/>
              <a:t>USB</a:t>
            </a:r>
            <a:r>
              <a:rPr lang="zh-TW" altLang="en-US" sz="2800" dirty="0"/>
              <a:t> </a:t>
            </a:r>
            <a:r>
              <a:rPr lang="en-US" altLang="zh-TW" sz="2800" dirty="0"/>
              <a:t>HID</a:t>
            </a:r>
            <a:r>
              <a:rPr lang="zh-TW" altLang="en-US" sz="2800" dirty="0"/>
              <a:t>裝置，透過內建的語音模組來實現語音控制的功能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A645BC8C-1398-7FCF-BF52-6DCC95929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3262739"/>
            <a:ext cx="630555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77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68FC05-4AE8-F387-3873-ABD19B3B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AFA914D-FE09-9062-93EB-564E9320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繪王的操作需求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xmlns="" id="{030D5638-3946-05FE-FEF6-2C0ABBD035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344514"/>
              </p:ext>
            </p:extLst>
          </p:nvPr>
        </p:nvGraphicFramePr>
        <p:xfrm>
          <a:off x="3674660" y="2065867"/>
          <a:ext cx="4842680" cy="41825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2383">
                  <a:extLst>
                    <a:ext uri="{9D8B030D-6E8A-4147-A177-3AD203B41FA5}">
                      <a16:colId xmlns:a16="http://schemas.microsoft.com/office/drawing/2014/main" xmlns="" val="3459507311"/>
                    </a:ext>
                  </a:extLst>
                </a:gridCol>
                <a:gridCol w="2860297">
                  <a:extLst>
                    <a:ext uri="{9D8B030D-6E8A-4147-A177-3AD203B41FA5}">
                      <a16:colId xmlns:a16="http://schemas.microsoft.com/office/drawing/2014/main" xmlns="" val="3779969979"/>
                    </a:ext>
                  </a:extLst>
                </a:gridCol>
              </a:tblGrid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語音</a:t>
                      </a:r>
                      <a:endParaRPr lang="zh-TW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送出按鍵</a:t>
                      </a:r>
                      <a:endParaRPr lang="zh-TW" altLang="en-US" sz="16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4057738353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向左切換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Left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457776012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向右切換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Right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4026255745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往上滑動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Page Up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51031252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往下滑動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Page Down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517617544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放大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Ctrl + +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938836663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縮小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Ctrl + -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860158506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畫布往上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Space + </a:t>
                      </a:r>
                      <a:r>
                        <a:rPr lang="zh-TW" altLang="en-US" sz="1600" u="none" strike="noStrike" dirty="0">
                          <a:effectLst/>
                        </a:rPr>
                        <a:t>滑鼠上移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315894766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畫布往下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Space + </a:t>
                      </a:r>
                      <a:r>
                        <a:rPr lang="zh-TW" altLang="en-US" sz="1600" u="none" strike="noStrike">
                          <a:effectLst/>
                        </a:rPr>
                        <a:t>滑鼠下移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388625290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畫布往左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Space + </a:t>
                      </a:r>
                      <a:r>
                        <a:rPr lang="zh-TW" altLang="en-US" sz="1600" u="none" strike="noStrike" dirty="0">
                          <a:effectLst/>
                        </a:rPr>
                        <a:t>滑鼠左移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288506604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畫布往右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Space + </a:t>
                      </a:r>
                      <a:r>
                        <a:rPr lang="zh-TW" altLang="en-US" sz="1600" u="none" strike="noStrike" dirty="0">
                          <a:effectLst/>
                        </a:rPr>
                        <a:t>滑鼠右移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749960722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>
                          <a:effectLst/>
                        </a:rPr>
                        <a:t>畫布往左轉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Alt+F13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986328399"/>
                  </a:ext>
                </a:extLst>
              </a:tr>
              <a:tr h="3217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u="none" strike="noStrike" dirty="0">
                          <a:effectLst/>
                        </a:rPr>
                        <a:t>畫布往右轉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Alt+F14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902406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12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5F74A67-5984-826A-059E-4BD16AE6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USB</a:t>
            </a:r>
            <a:r>
              <a:rPr lang="zh-TW" altLang="en-US" dirty="0"/>
              <a:t>傳輸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5F2C8D9-080A-E79E-6DEF-33C7E9553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zh-TW" sz="2800" dirty="0"/>
              <a:t>USB</a:t>
            </a:r>
            <a:r>
              <a:rPr lang="zh-TW" altLang="en-US" sz="2800" dirty="0"/>
              <a:t> 宣告為</a:t>
            </a:r>
            <a:r>
              <a:rPr lang="en-US" altLang="zh-TW" sz="2800" dirty="0"/>
              <a:t>Vendor Define</a:t>
            </a:r>
          </a:p>
          <a:p>
            <a:r>
              <a:rPr lang="zh-TW" altLang="en-US" sz="2800" dirty="0"/>
              <a:t>語音收到指令後送出對應的資料給電腦</a:t>
            </a:r>
            <a:endParaRPr lang="en-US" altLang="zh-TW" sz="2800" dirty="0"/>
          </a:p>
          <a:p>
            <a:r>
              <a:rPr lang="en-US" altLang="zh-TW" sz="2800" dirty="0"/>
              <a:t>Trion</a:t>
            </a:r>
            <a:r>
              <a:rPr lang="zh-TW" altLang="en-US" sz="2800" dirty="0"/>
              <a:t>寫的程式，根據收到的資料送出對應的指令給繪圖程式</a:t>
            </a:r>
          </a:p>
        </p:txBody>
      </p:sp>
    </p:spTree>
    <p:extLst>
      <p:ext uri="{BB962C8B-B14F-4D97-AF65-F5344CB8AC3E}">
        <p14:creationId xmlns:p14="http://schemas.microsoft.com/office/powerpoint/2010/main" val="58531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A9B860-0044-E12D-C925-F146420F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C4C7991-D7CD-BC5E-047C-F72BABDF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D1ED4C40-5377-7B8A-D418-6EB22DAB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zh-TW" altLang="en-US" sz="2800" dirty="0"/>
              <a:t>啟動語：嗨，小繪</a:t>
            </a:r>
            <a:endParaRPr lang="en-US" altLang="zh-TW" sz="2800" dirty="0"/>
          </a:p>
          <a:p>
            <a:r>
              <a:rPr lang="zh-TW" altLang="en-US" sz="2800" dirty="0"/>
              <a:t>講了啟動語後經過</a:t>
            </a:r>
            <a:r>
              <a:rPr lang="en-US" altLang="zh-TW" sz="2800" dirty="0"/>
              <a:t>7</a:t>
            </a:r>
            <a:r>
              <a:rPr lang="zh-TW" altLang="en-US" sz="2800" dirty="0"/>
              <a:t>秒沒有回應就停止接收指令</a:t>
            </a:r>
            <a:endParaRPr lang="en-US" altLang="zh-TW" sz="2800" dirty="0"/>
          </a:p>
          <a:p>
            <a:r>
              <a:rPr lang="zh-TW" altLang="en-US" sz="2800" dirty="0"/>
              <a:t>若講了指令後重新計算</a:t>
            </a:r>
            <a:r>
              <a:rPr lang="en-US" altLang="zh-TW" sz="2800" dirty="0"/>
              <a:t>7</a:t>
            </a:r>
            <a:r>
              <a:rPr lang="zh-TW" altLang="en-US" sz="2800" dirty="0"/>
              <a:t>秒並等待下個指令</a:t>
            </a:r>
          </a:p>
        </p:txBody>
      </p:sp>
    </p:spTree>
    <p:extLst>
      <p:ext uri="{BB962C8B-B14F-4D97-AF65-F5344CB8AC3E}">
        <p14:creationId xmlns:p14="http://schemas.microsoft.com/office/powerpoint/2010/main" val="119623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F6C524-694B-AB89-CF68-6C25B887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A2BC744-DBC1-1355-789D-6E0F29B7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5B1A6B7-9472-D3F8-5091-3641A32AB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收到嗨小繪，開始接收指令，例如收到放大則送出</a:t>
            </a:r>
            <a:r>
              <a:rPr lang="en-US" altLang="zh-TW" sz="2800" dirty="0"/>
              <a:t>Ctrl + +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收到嗨小繪，開始接收指令，例如收到放大則送出</a:t>
            </a:r>
            <a:r>
              <a:rPr lang="en-US" altLang="zh-TW" sz="2800" dirty="0"/>
              <a:t>Ctrl + +</a:t>
            </a:r>
            <a:r>
              <a:rPr lang="zh-TW" altLang="en-US" sz="2800" dirty="0"/>
              <a:t>，重新計算七秒鐘並繼續接收指令。</a:t>
            </a:r>
            <a:endParaRPr lang="en-US" altLang="zh-TW" sz="28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收到嗨小繪，開始接收指令，後經過</a:t>
            </a:r>
            <a:r>
              <a:rPr lang="en-US" altLang="zh-TW" sz="2800" dirty="0"/>
              <a:t>7</a:t>
            </a:r>
            <a:r>
              <a:rPr lang="zh-TW" altLang="en-US" sz="2800" dirty="0"/>
              <a:t>秒沒有收到指令就停止接收指令，等待收到下個啟動語再進行接收指令的動作</a:t>
            </a:r>
            <a:endParaRPr lang="en-US" altLang="zh-TW" sz="2800" dirty="0"/>
          </a:p>
          <a:p>
            <a:pPr marL="514350" indent="-514350">
              <a:buFont typeface="+mj-lt"/>
              <a:buAutoNum type="arabicPeriod"/>
            </a:pPr>
            <a:endParaRPr lang="en-US" altLang="zh-TW" sz="2800" dirty="0"/>
          </a:p>
          <a:p>
            <a:pPr marL="514350" indent="-514350">
              <a:buFont typeface="+mj-lt"/>
              <a:buAutoNum type="arabicPeriod"/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78747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0B8B298-0FC7-D736-94F1-8AEDE30B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其他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132E204-692A-B02B-10F7-E645912F3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TW" altLang="en-US" sz="2800" dirty="0"/>
              <a:t>語音辦識度提升</a:t>
            </a:r>
            <a:endParaRPr lang="en-US" altLang="zh-TW" sz="2800" dirty="0"/>
          </a:p>
          <a:p>
            <a:pPr lvl="1"/>
            <a:r>
              <a:rPr lang="zh-TW" altLang="en-US" sz="2600" dirty="0"/>
              <a:t>可以導入</a:t>
            </a:r>
            <a:r>
              <a:rPr lang="en-US" altLang="zh-TW" sz="2600" dirty="0"/>
              <a:t>AI</a:t>
            </a:r>
            <a:r>
              <a:rPr lang="zh-TW" altLang="en-US" sz="2600" dirty="0"/>
              <a:t>辨識能支援腔調的辨識，甚至做到上下文辨識</a:t>
            </a:r>
            <a:endParaRPr lang="en-US" altLang="zh-TW" sz="2600" dirty="0"/>
          </a:p>
          <a:p>
            <a:pPr lvl="1"/>
            <a:r>
              <a:rPr lang="zh-TW" altLang="en-US" sz="2600" dirty="0"/>
              <a:t>但根據網路速度以及語音長短，會有約 </a:t>
            </a:r>
            <a:r>
              <a:rPr lang="en-US" altLang="zh-TW" sz="2600" dirty="0"/>
              <a:t>1.5 ~ 3 </a:t>
            </a:r>
            <a:r>
              <a:rPr lang="zh-TW" altLang="en-US" sz="2600" dirty="0"/>
              <a:t>秒</a:t>
            </a:r>
            <a:endParaRPr lang="en-US" altLang="zh-TW" sz="2600" dirty="0"/>
          </a:p>
          <a:p>
            <a:pPr lvl="1"/>
            <a:r>
              <a:rPr lang="zh-TW" altLang="en-US" sz="2600" dirty="0"/>
              <a:t>若做為電腦快捷鍵控制器就不適合有太多的延遲時間</a:t>
            </a:r>
            <a:endParaRPr lang="en-US" altLang="zh-TW" sz="2600" dirty="0"/>
          </a:p>
          <a:p>
            <a:pPr lvl="1"/>
            <a:endParaRPr lang="zh-TW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706497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體">
  <a:themeElements>
    <a:clrScheme name="天體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天體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天體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天體</Template>
  <TotalTime>302</TotalTime>
  <Words>332</Words>
  <Application>Microsoft Office PowerPoint</Application>
  <PresentationFormat>自訂</PresentationFormat>
  <Paragraphs>52</Paragraphs>
  <Slides>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天體</vt:lpstr>
      <vt:lpstr>語音控制展示機</vt:lpstr>
      <vt:lpstr>產品目的</vt:lpstr>
      <vt:lpstr>產品簡述</vt:lpstr>
      <vt:lpstr>繪王的操作需求</vt:lpstr>
      <vt:lpstr>USB傳輸</vt:lpstr>
      <vt:lpstr>操作說明</vt:lpstr>
      <vt:lpstr>範例</vt:lpstr>
      <vt:lpstr>其他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語音控制展示機</dc:title>
  <dc:creator>Roger</dc:creator>
  <cp:lastModifiedBy>UC_logic</cp:lastModifiedBy>
  <cp:revision>6</cp:revision>
  <dcterms:created xsi:type="dcterms:W3CDTF">2026-08-14T03:00:57Z</dcterms:created>
  <dcterms:modified xsi:type="dcterms:W3CDTF">2026-08-18T06:57:16Z</dcterms:modified>
</cp:coreProperties>
</file>