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-420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80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28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62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83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0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6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4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0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0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06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2001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63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18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164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38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6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6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435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pressif/esp-skainet" TargetMode="External"/><Relationship Id="rId2" Type="http://schemas.openxmlformats.org/officeDocument/2006/relationships/hyperlink" Target="https://dl.espressif.com/dl/eim/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docs.espressif.com/projects/esp-iot-solution/zh_CN/latest/usb/usb_overview/tinyusb_guide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4AF353B-A0FF-0681-573C-4BFEC132E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ESP32-S3-BOX</a:t>
            </a:r>
            <a:r>
              <a:rPr lang="zh-TW" altLang="en-US" dirty="0"/>
              <a:t>語音控制</a:t>
            </a:r>
          </a:p>
        </p:txBody>
      </p:sp>
    </p:spTree>
    <p:extLst>
      <p:ext uri="{BB962C8B-B14F-4D97-AF65-F5344CB8AC3E}">
        <p14:creationId xmlns:p14="http://schemas.microsoft.com/office/powerpoint/2010/main" val="397653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D1BF072-1508-8D20-604A-B18491CF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當成</a:t>
            </a:r>
            <a:r>
              <a:rPr lang="en-US" altLang="zh-TW" dirty="0"/>
              <a:t>USB</a:t>
            </a:r>
            <a:r>
              <a:rPr lang="zh-TW" altLang="en-US" dirty="0"/>
              <a:t>控制器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E2F2BC9-C878-733D-F4E8-BEB241567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ESP32-S3 </a:t>
            </a:r>
            <a:r>
              <a:rPr lang="zh-TW" altLang="en-US" dirty="0"/>
              <a:t>晶片原生支援 </a:t>
            </a:r>
            <a:r>
              <a:rPr lang="en-US" altLang="zh-TW" dirty="0"/>
              <a:t>USB Native </a:t>
            </a:r>
            <a:r>
              <a:rPr lang="zh-TW" altLang="en-US" dirty="0"/>
              <a:t>介面，可以直接透過 </a:t>
            </a:r>
            <a:r>
              <a:rPr lang="en-US" altLang="zh-TW" dirty="0"/>
              <a:t>USB HID</a:t>
            </a:r>
            <a:r>
              <a:rPr lang="zh-TW" altLang="en-US" dirty="0"/>
              <a:t> 協定將自己宣告為標準鍵盤，發送對應的按鍵組合</a:t>
            </a:r>
            <a:endParaRPr lang="en-US" altLang="zh-TW" dirty="0"/>
          </a:p>
          <a:p>
            <a:r>
              <a:rPr lang="en-US" altLang="zh-TW" dirty="0"/>
              <a:t>BOX-3 </a:t>
            </a:r>
            <a:r>
              <a:rPr lang="zh-TW" altLang="en-US" dirty="0"/>
              <a:t>有兩個 </a:t>
            </a:r>
            <a:r>
              <a:rPr lang="en-US" altLang="zh-TW" dirty="0"/>
              <a:t>USB </a:t>
            </a:r>
            <a:r>
              <a:rPr lang="zh-TW" altLang="en-US" dirty="0"/>
              <a:t>埠（或可選配擴充底座），要確保程式碼中的 </a:t>
            </a:r>
            <a:r>
              <a:rPr lang="en-US" altLang="zh-TW" dirty="0"/>
              <a:t>USB HID </a:t>
            </a:r>
            <a:r>
              <a:rPr lang="zh-TW" altLang="en-US" dirty="0"/>
              <a:t>是掛載在與電腦連線的 </a:t>
            </a:r>
            <a:r>
              <a:rPr lang="en-US" altLang="zh-TW" dirty="0"/>
              <a:t>Native USB </a:t>
            </a:r>
            <a:r>
              <a:rPr lang="zh-TW" altLang="en-US" dirty="0"/>
              <a:t>介面上。</a:t>
            </a:r>
          </a:p>
        </p:txBody>
      </p:sp>
    </p:spTree>
    <p:extLst>
      <p:ext uri="{BB962C8B-B14F-4D97-AF65-F5344CB8AC3E}">
        <p14:creationId xmlns:p14="http://schemas.microsoft.com/office/powerpoint/2010/main" val="373586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A3AFEDA-6656-ADC9-9F04-CBD6659D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6FB293B7-5069-9079-AA9D-438EF0CEB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下載並安裝</a:t>
            </a:r>
            <a:r>
              <a:rPr lang="en-US" altLang="zh-TW" dirty="0"/>
              <a:t>ESP-IDE</a:t>
            </a:r>
            <a:r>
              <a:rPr lang="zh-TW" altLang="en-US" dirty="0"/>
              <a:t>及工具    </a:t>
            </a:r>
            <a:r>
              <a:rPr lang="en-US" altLang="zh-TW" dirty="0">
                <a:hlinkClick r:id="rId2"/>
              </a:rPr>
              <a:t>https://dl.espressif.com/dl/eim/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安裝內容需要包含 ：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	1 .</a:t>
            </a:r>
            <a:r>
              <a:rPr lang="zh-TW" altLang="en-US" b="1" dirty="0"/>
              <a:t> </a:t>
            </a:r>
            <a:r>
              <a:rPr lang="en-US" altLang="zh-TW" b="1" dirty="0"/>
              <a:t>ESP-IDF </a:t>
            </a:r>
            <a:r>
              <a:rPr lang="zh-TW" altLang="en-US" b="1" dirty="0"/>
              <a:t>核心庫</a:t>
            </a:r>
            <a:r>
              <a:rPr lang="zh-TW" altLang="en-US" dirty="0"/>
              <a:t>：</a:t>
            </a:r>
            <a:r>
              <a:rPr lang="en-US" altLang="zh-TW" dirty="0" err="1">
                <a:hlinkClick r:id="rId3"/>
              </a:rPr>
              <a:t>esp-skainet</a:t>
            </a:r>
            <a:r>
              <a:rPr lang="zh-TW" altLang="en-US" dirty="0"/>
              <a:t>（</a:t>
            </a:r>
            <a:r>
              <a:rPr lang="en-US" altLang="zh-TW" dirty="0"/>
              <a:t>ESP32 </a:t>
            </a:r>
            <a:r>
              <a:rPr lang="zh-TW" altLang="en-US" dirty="0"/>
              <a:t>的語音識別專案庫，包含喚醒詞與命令詞</a:t>
            </a:r>
            <a:r>
              <a:rPr lang="en-US" altLang="zh-TW" dirty="0"/>
              <a:t>)</a:t>
            </a:r>
          </a:p>
          <a:p>
            <a:pPr marL="457200" lvl="1" indent="0">
              <a:buNone/>
            </a:pPr>
            <a:r>
              <a:rPr lang="en-US" altLang="zh-TW" dirty="0"/>
              <a:t>			</a:t>
            </a:r>
            <a:r>
              <a:rPr lang="en-US" altLang="zh-TW" dirty="0">
                <a:hlinkClick r:id="rId3"/>
              </a:rPr>
              <a:t>https://github.com/espressif/esp-skainet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	2. </a:t>
            </a:r>
            <a:r>
              <a:rPr lang="zh-TW" altLang="en-US" dirty="0"/>
              <a:t>鍵盤套件：</a:t>
            </a:r>
            <a:r>
              <a:rPr lang="en-US" altLang="zh-TW" dirty="0" err="1"/>
              <a:t>tinyusb</a:t>
            </a:r>
            <a:r>
              <a:rPr lang="en-US" altLang="zh-TW" dirty="0"/>
              <a:t> </a:t>
            </a:r>
            <a:r>
              <a:rPr lang="zh-TW" altLang="en-US" dirty="0"/>
              <a:t>組件（</a:t>
            </a:r>
            <a:r>
              <a:rPr lang="en-US" altLang="zh-TW" dirty="0" err="1"/>
              <a:t>esp_tinyusb</a:t>
            </a:r>
            <a:r>
              <a:rPr lang="zh-TW" altLang="en-US" dirty="0"/>
              <a:t>）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			</a:t>
            </a:r>
            <a:r>
              <a:rPr lang="en-US" altLang="zh-TW" dirty="0">
                <a:hlinkClick r:id="rId4"/>
              </a:rPr>
              <a:t>https://docs.espressif.com/projects/esp-iot-solution/zh_CN/latest/usb/usb_overview/tinyusb_guide.html</a:t>
            </a:r>
            <a:endParaRPr lang="en-US" altLang="zh-TW" dirty="0"/>
          </a:p>
          <a:p>
            <a:pPr marL="457200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309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158A007-74EE-911E-B2B7-F2D9B572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166CFBD-CF6D-6CEC-2599-995782181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zh-TW" altLang="en-US" dirty="0"/>
              <a:t>語音套件</a:t>
            </a:r>
            <a:r>
              <a:rPr lang="en-US" altLang="zh-TW" dirty="0"/>
              <a:t>Multinet</a:t>
            </a:r>
            <a:r>
              <a:rPr lang="zh-TW" altLang="en-US" dirty="0"/>
              <a:t>要選</a:t>
            </a:r>
            <a:r>
              <a:rPr lang="en-US" altLang="zh-TW" dirty="0"/>
              <a:t>Chinese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altLang="zh-TW" dirty="0" err="1"/>
              <a:t>TinyUSB</a:t>
            </a:r>
            <a:r>
              <a:rPr lang="zh-TW" altLang="en-US" dirty="0"/>
              <a:t>設為支持，，並將 </a:t>
            </a:r>
            <a:r>
              <a:rPr lang="en-US" altLang="zh-TW" dirty="0"/>
              <a:t>Device Class </a:t>
            </a:r>
            <a:r>
              <a:rPr lang="zh-TW" altLang="en-US" dirty="0"/>
              <a:t>設定為 </a:t>
            </a:r>
            <a:r>
              <a:rPr lang="en-US" altLang="zh-TW" dirty="0"/>
              <a:t>HID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zh-TW" altLang="en-US" dirty="0"/>
              <a:t>定義語音命令詞</a:t>
            </a:r>
            <a:r>
              <a:rPr lang="en-US" altLang="zh-TW" dirty="0"/>
              <a:t>(</a:t>
            </a:r>
            <a:r>
              <a:rPr lang="zh-TW" altLang="en-US" dirty="0"/>
              <a:t>啟動語音</a:t>
            </a:r>
            <a:r>
              <a:rPr lang="en-US" altLang="zh-TW" dirty="0"/>
              <a:t>)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zh-TW" altLang="en-US" dirty="0"/>
              <a:t>讀取語音判斷是哪個命令</a:t>
            </a:r>
            <a:endParaRPr lang="en-US" altLang="zh-TW" dirty="0"/>
          </a:p>
          <a:p>
            <a:pPr marL="457200" indent="-457200">
              <a:buFont typeface="+mj-lt"/>
              <a:buAutoNum type="arabicPeriod" startAt="2"/>
            </a:pPr>
            <a:r>
              <a:rPr lang="zh-TW" altLang="en-US" dirty="0"/>
              <a:t>依照命令送出對應的按鍵</a:t>
            </a:r>
          </a:p>
        </p:txBody>
      </p:sp>
    </p:spTree>
    <p:extLst>
      <p:ext uri="{BB962C8B-B14F-4D97-AF65-F5344CB8AC3E}">
        <p14:creationId xmlns:p14="http://schemas.microsoft.com/office/powerpoint/2010/main" val="77154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D85DBC2-2780-9239-CE11-F000AD12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ESP-IDE </a:t>
            </a:r>
            <a:r>
              <a:rPr lang="zh-TW" altLang="en-US" dirty="0"/>
              <a:t>開發需要的軟體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4BB3439-D08A-8726-4213-D256B2EBA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Python 3.x</a:t>
            </a:r>
            <a:r>
              <a:rPr lang="zh-TW" altLang="en-US" dirty="0"/>
              <a:t>：建構腳本與燒錄工具 </a:t>
            </a:r>
            <a:r>
              <a:rPr lang="en-US" altLang="zh-TW" dirty="0"/>
              <a:t>(</a:t>
            </a:r>
            <a:r>
              <a:rPr lang="en-US" altLang="zh-TW" dirty="0" err="1"/>
              <a:t>esptool</a:t>
            </a:r>
            <a:r>
              <a:rPr lang="en-US" altLang="zh-TW" dirty="0"/>
              <a:t>) </a:t>
            </a:r>
            <a:r>
              <a:rPr lang="zh-TW" altLang="en-US" dirty="0"/>
              <a:t>需要 </a:t>
            </a:r>
            <a:r>
              <a:rPr lang="en-US" altLang="zh-TW" dirty="0"/>
              <a:t>Python </a:t>
            </a:r>
            <a:r>
              <a:rPr lang="zh-TW" altLang="en-US" dirty="0"/>
              <a:t>環境。</a:t>
            </a:r>
            <a:endParaRPr lang="en-US" altLang="zh-TW" dirty="0"/>
          </a:p>
          <a:p>
            <a:r>
              <a:rPr lang="en-US" altLang="zh-TW" dirty="0"/>
              <a:t>Git</a:t>
            </a:r>
            <a:r>
              <a:rPr lang="zh-TW" altLang="en-US" dirty="0"/>
              <a:t>：用於下載與更新 </a:t>
            </a:r>
            <a:r>
              <a:rPr lang="en-US" altLang="zh-TW" dirty="0"/>
              <a:t>ESP-IDF </a:t>
            </a:r>
            <a:r>
              <a:rPr lang="zh-TW" altLang="en-US" dirty="0"/>
              <a:t>以及相關組件（如 </a:t>
            </a:r>
            <a:r>
              <a:rPr lang="en-US" altLang="zh-TW" dirty="0" err="1"/>
              <a:t>esp-skainet</a:t>
            </a:r>
            <a:r>
              <a:rPr lang="zh-TW" altLang="en-US" dirty="0"/>
              <a:t>）</a:t>
            </a:r>
            <a:endParaRPr lang="en-US" altLang="zh-TW" dirty="0"/>
          </a:p>
          <a:p>
            <a:r>
              <a:rPr lang="en-US" altLang="zh-TW" dirty="0"/>
              <a:t>Visual Studio Code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3002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D11E006-0DF2-0C11-508C-D141F75A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待確認事項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C31907A-8B9B-BF28-6C78-356E1AF14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官方的語音專案庫，目前預設啟動詞是</a:t>
            </a:r>
            <a:r>
              <a:rPr lang="en-US" altLang="zh-TW" dirty="0"/>
              <a:t>Hi ESP</a:t>
            </a:r>
            <a:r>
              <a:rPr lang="zh-TW" altLang="en-US" dirty="0"/>
              <a:t>，要再研究看看才知道能不能改</a:t>
            </a:r>
            <a:endParaRPr lang="en-US" altLang="zh-TW" dirty="0"/>
          </a:p>
          <a:p>
            <a:r>
              <a:rPr lang="zh-TW" altLang="en-US" dirty="0"/>
              <a:t>若每下一次指令只送一個動作感覺有點不直覺，可能要試試看下指令後每隔一段時間會連續送，直到使用者喊停止</a:t>
            </a:r>
          </a:p>
        </p:txBody>
      </p:sp>
    </p:spTree>
    <p:extLst>
      <p:ext uri="{BB962C8B-B14F-4D97-AF65-F5344CB8AC3E}">
        <p14:creationId xmlns:p14="http://schemas.microsoft.com/office/powerpoint/2010/main" val="92495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913067A-BF1A-2D5B-F58C-0313650D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無線架構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D532F1E-EA9A-B4EC-3CF1-153EFB208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將</a:t>
            </a:r>
            <a:r>
              <a:rPr lang="en-US" altLang="zh-TW" dirty="0"/>
              <a:t>ESP32-S3-BOX</a:t>
            </a:r>
            <a:r>
              <a:rPr lang="zh-TW" altLang="en-US" dirty="0"/>
              <a:t>做為</a:t>
            </a:r>
            <a:r>
              <a:rPr lang="en-US" altLang="zh-TW" dirty="0"/>
              <a:t>Home Assistant </a:t>
            </a:r>
            <a:r>
              <a:rPr lang="zh-TW" altLang="en-US" dirty="0"/>
              <a:t>的一個衛星周邊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優點：</a:t>
            </a:r>
            <a:endParaRPr lang="en-US" altLang="zh-TW" dirty="0"/>
          </a:p>
          <a:p>
            <a:pPr marL="1257300" lvl="2" indent="-342900">
              <a:buFont typeface="+mj-lt"/>
              <a:buAutoNum type="arabicPeriod"/>
            </a:pPr>
            <a:r>
              <a:rPr lang="zh-TW" altLang="en-US" dirty="0"/>
              <a:t>透過</a:t>
            </a:r>
            <a:r>
              <a:rPr lang="en-US" altLang="zh-TW" dirty="0" err="1"/>
              <a:t>wifi</a:t>
            </a:r>
            <a:r>
              <a:rPr lang="zh-TW" altLang="en-US" dirty="0"/>
              <a:t>連線，距離會比較遠</a:t>
            </a:r>
            <a:endParaRPr lang="en-US" altLang="zh-TW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zh-TW" dirty="0"/>
              <a:t>Home Assistant</a:t>
            </a:r>
            <a:r>
              <a:rPr lang="zh-TW" altLang="en-US" dirty="0"/>
              <a:t>整合得好的話用途會比較多樣且豐富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缺點：需要在電腦上寫一個符合</a:t>
            </a:r>
            <a:r>
              <a:rPr lang="en-US" altLang="zh-TW" dirty="0"/>
              <a:t>IoT </a:t>
            </a:r>
            <a:r>
              <a:rPr lang="zh-TW" altLang="en-US" dirty="0"/>
              <a:t>協定的控制程式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將</a:t>
            </a:r>
            <a:r>
              <a:rPr lang="en-US" altLang="zh-TW" dirty="0"/>
              <a:t>ESP32-S3-BOX</a:t>
            </a:r>
            <a:r>
              <a:rPr lang="zh-TW" altLang="en-US" dirty="0"/>
              <a:t>做為一個藍芽語音控制裝置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優點：較沒有延遲的問題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缺點：距離較短</a:t>
            </a:r>
          </a:p>
        </p:txBody>
      </p:sp>
    </p:spTree>
    <p:extLst>
      <p:ext uri="{BB962C8B-B14F-4D97-AF65-F5344CB8AC3E}">
        <p14:creationId xmlns:p14="http://schemas.microsoft.com/office/powerpoint/2010/main" val="2299609325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192</TotalTime>
  <Words>290</Words>
  <Application>Microsoft Office PowerPoint</Application>
  <PresentationFormat>自訂</PresentationFormat>
  <Paragraphs>33</Paragraphs>
  <Slides>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小水滴</vt:lpstr>
      <vt:lpstr>ESP32-S3-BOX語音控制</vt:lpstr>
      <vt:lpstr>當成USB控制器</vt:lpstr>
      <vt:lpstr>步驟1</vt:lpstr>
      <vt:lpstr>步驟2</vt:lpstr>
      <vt:lpstr>ESP-IDE 開發需要的軟體</vt:lpstr>
      <vt:lpstr>待確認事項</vt:lpstr>
      <vt:lpstr>無線架構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ESP32-S3-BOX語音控制</dc:title>
  <dc:creator>Roger</dc:creator>
  <cp:lastModifiedBy>UC_logic</cp:lastModifiedBy>
  <cp:revision>4</cp:revision>
  <dcterms:created xsi:type="dcterms:W3CDTF">2026-08-13T01:28:55Z</dcterms:created>
  <dcterms:modified xsi:type="dcterms:W3CDTF">2026-08-17T06:13:17Z</dcterms:modified>
</cp:coreProperties>
</file>